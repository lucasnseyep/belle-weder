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Offline hyperlocal weather prediction using computer vision</a:t>
            </a:r>
          </a:p>
          <a:p>
            <a:r>
              <a:t>Inspired by dangerous weather experience in rural Cameroon with no mobile service</a:t>
            </a:r>
          </a:p>
          <a:p>
            <a:r>
              <a:t>Goal: Predict local weather by identifying cloud types from sky images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Rural regions often lack reliable weather forecasting</a:t>
            </a:r>
          </a:p>
          <a:p>
            <a:r>
              <a:t>Traditional forecasts rely on heavy physics-based supercomputing models</a:t>
            </a:r>
          </a:p>
          <a:p>
            <a:r>
              <a:t>Need for lightweight, offline, hyperlocal prediction methods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Take a photo of the sky</a:t>
            </a:r>
          </a:p>
          <a:p>
            <a:r>
              <a:t>Identify cloud formation using computer vision</a:t>
            </a:r>
          </a:p>
          <a:p>
            <a:r>
              <a:t>Combine cloud data with atmospheric conditions to predict weather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CCSN dataset with 2543 cloud images</a:t>
            </a:r>
          </a:p>
          <a:p>
            <a:r>
              <a:t>12 cloud categories including Cirrus, Cumulus, Nimbostratus, etc.</a:t>
            </a:r>
          </a:p>
          <a:p>
            <a:r>
              <a:t>Images are 256x256 JPEG format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Tested multiple scikit-learn models</a:t>
            </a:r>
          </a:p>
          <a:p>
            <a:r>
              <a:t>Random Forest and MLP explored further</a:t>
            </a:r>
          </a:p>
          <a:p>
            <a:r>
              <a:t>Low accuracy due to small dataset and low image contrast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Transfer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pretrained models: ConvNeXt and ViT-B/16</a:t>
            </a:r>
          </a:p>
          <a:p>
            <a:r>
              <a:t>Transfer learning improves performance with limited data</a:t>
            </a:r>
          </a:p>
          <a:p>
            <a:r>
              <a:t>Achieved ~50% accuracy after 15 epochs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Transfer learning improved accuracy from ~30% to ~50%</a:t>
            </a:r>
          </a:p>
          <a:p>
            <a:r>
              <a:t>Cloud images harder to classify than standard object datasets</a:t>
            </a:r>
          </a:p>
          <a:p>
            <a:r>
              <a:t>ImageNet pretrained models less suited to cloud structures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cloud computing for deeper model training</a:t>
            </a:r>
          </a:p>
          <a:p>
            <a:r>
              <a:t>Expand dataset with NASA GLOBE Observer images</a:t>
            </a:r>
          </a:p>
          <a:p>
            <a:r>
              <a:t>Apply data augmentation and image enhancement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Better forecasts in data-sparse regions</a:t>
            </a:r>
          </a:p>
          <a:p>
            <a:r>
              <a:t>Marine and mountain weather prediction</a:t>
            </a:r>
          </a:p>
          <a:p>
            <a:r>
              <a:t>Potential use in commodities and agriculture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Consumer app for cloud-based weather prediction</a:t>
            </a:r>
          </a:p>
          <a:p>
            <a:r>
              <a:t>Standalone low-cost devices for continuous sky monitoring</a:t>
            </a:r>
          </a:p>
          <a:p>
            <a:r>
              <a:t>Target accuracy &gt;90% on low-power hardware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